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74320"/>
            <a:ext cx="2560320" cy="466344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760720" y="182880"/>
            <a:ext cx="3108960" cy="484632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731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QuizApp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65760" y="15087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Guerouani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2423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Android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65760" y="2907792"/>
            <a:ext cx="576072" cy="27432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907792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Java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33272" y="2907792"/>
            <a:ext cx="923544" cy="27432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33272" y="2907792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Firebase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048256" y="2907792"/>
            <a:ext cx="1184148" cy="27432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048256" y="2907792"/>
            <a:ext cx="1184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Google Maps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23844" y="2907792"/>
            <a:ext cx="1097280" cy="27432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323844" y="2907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Retrofit 2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12564" y="2907792"/>
            <a:ext cx="1705356" cy="27432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512564" y="2907792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Material Design 3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3429000"/>
            <a:ext cx="4937760" cy="1371600"/>
          </a:xfrm>
          <a:prstGeom prst="rect">
            <a:avLst/>
          </a:prstGeom>
          <a:solidFill>
            <a:srgbClr val="1A3A8F">
              <a:alpha val="3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</a:rPr>
              <a:t>Réalisé par 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Guerouani Ilias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</a:rPr>
              <a:t>Encadrant 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M. Bousmah Mohammed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" y="4151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</a:rPr>
              <a:t>Module 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Développement Mobile Android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4360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</a:rPr>
              <a:t>Dépôt :  </a:t>
            </a:r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github.com/ilias2312/QuizAppGuerouani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Contexte &amp; Objectifs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Problématique et vision du projet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50292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057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Architecture &amp; Stack Technique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Java, Firebase, Retrofit, Maps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50292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Écran de Connexion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Auth Firebase, GPS &amp; Permissions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77640"/>
            <a:ext cx="50292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776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Assistant IA — Chat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361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ChatAdapter.java &amp; Ollama API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97280"/>
            <a:ext cx="502920" cy="777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97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Reconnaissance Vocale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SpeechRecognizer &amp; micro Android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0574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57400"/>
            <a:ext cx="502920" cy="777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057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Géolocalisation &amp; Google Maps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Maps SDK &amp; Play Services Location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0175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017520"/>
            <a:ext cx="502920" cy="777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4924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DevOps &amp; Qualité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Git, GitHub, Gradle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77640"/>
            <a:ext cx="502920" cy="777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9776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4924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Conclusion &amp; Demo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4361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Bilan et perspectives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Contexte &amp; Objectifs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840480" cy="41148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Problématique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D1B40"/>
                </a:solidFill>
              </a:rPr>
              <a:t>▸  Les quiz traditionnels manquent d'interactivité et de contextualisation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D1B40"/>
                </a:solidFill>
              </a:rPr>
              <a:t>▸  Absence d'assistant intelligent pour aider l'utilisateur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D1B40"/>
                </a:solidFill>
              </a:rPr>
              <a:t>▸  Aucune traçabilité géographique des sessions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0D1B40"/>
                </a:solidFill>
              </a:rPr>
              <a:t>▸  Sécurité et persistance des données insuffisantes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51560"/>
            <a:ext cx="42062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051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Objectifs du Projet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347472" cy="347472"/>
          </a:xfrm>
          <a:prstGeom prst="ellipse">
            <a:avLst/>
          </a:prstGeom>
          <a:solidFill>
            <a:srgbClr val="F0F2F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38928" y="1636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0"/>
                </a:solidFill>
              </a:rPr>
              <a:t>Authentification sécurisée Firebase Auth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221992"/>
            <a:ext cx="347472" cy="347472"/>
          </a:xfrm>
          <a:prstGeom prst="ellipse">
            <a:avLst/>
          </a:prstGeom>
          <a:solidFill>
            <a:srgbClr val="F0F2FA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38928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0"/>
                </a:solidFill>
              </a:rPr>
              <a:t>Assistant IA intégré via Ollama (Chat)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843784"/>
            <a:ext cx="347472" cy="347472"/>
          </a:xfrm>
          <a:prstGeom prst="ellipse">
            <a:avLst/>
          </a:prstGeom>
          <a:solidFill>
            <a:srgbClr val="F0F2F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🎙️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38928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0"/>
                </a:solidFill>
              </a:rPr>
              <a:t>Saisie vocale avec SpeechRecognizer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465576"/>
            <a:ext cx="347472" cy="347472"/>
          </a:xfrm>
          <a:prstGeom prst="ellipse">
            <a:avLst/>
          </a:prstGeom>
          <a:solidFill>
            <a:srgbClr val="F0F2FA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38928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0"/>
                </a:solidFill>
              </a:rPr>
              <a:t>Géolocalisation de chaque session de quiz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4087368"/>
            <a:ext cx="347472" cy="347472"/>
          </a:xfrm>
          <a:prstGeom prst="ellipse">
            <a:avLst/>
          </a:prstGeom>
          <a:solidFill>
            <a:srgbClr val="F0F2FA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38928" y="4123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0"/>
                </a:solidFill>
              </a:rPr>
              <a:t>UI moderne Material Design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Architecture &amp; Stack Technique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379476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116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1737360" cy="530352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664208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Java • Material Design 3 v1.12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322576"/>
            <a:ext cx="1737360" cy="530352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322576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ConstraintLayout • RecyclerView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980944"/>
            <a:ext cx="1737360" cy="530352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980944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MaterialCardView • SupportMapFragment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50592" y="1051560"/>
            <a:ext cx="2011680" cy="379476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051560"/>
            <a:ext cx="2011680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/ Network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87752" y="1664208"/>
            <a:ext cx="1737360" cy="530352"/>
          </a:xfrm>
          <a:prstGeom prst="rect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587752" y="1664208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Retrofit 2.9.0 + GSON 2.10.1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87752" y="2322576"/>
            <a:ext cx="1737360" cy="530352"/>
          </a:xfrm>
          <a:prstGeom prst="rect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587752" y="2322576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Firebase Auth + Firestore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87752" y="2980944"/>
            <a:ext cx="1737360" cy="530352"/>
          </a:xfrm>
          <a:prstGeom prst="rect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587752" y="2980944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Firebase BOM 33.1.2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6864" y="1051560"/>
            <a:ext cx="2011680" cy="379476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1051560"/>
            <a:ext cx="20116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626864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Services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64024" y="1664208"/>
            <a:ext cx="1737360" cy="530352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64024" y="1664208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Maps SDK for Android 18.2.0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64024" y="2322576"/>
            <a:ext cx="1737360" cy="530352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764024" y="2322576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Play Services Location 21.3.0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64024" y="2980944"/>
            <a:ext cx="1737360" cy="530352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764024" y="2980944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SpeechRecognizer (Android)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03136" y="1051560"/>
            <a:ext cx="2011680" cy="379476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03136" y="1051560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803136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DevOps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0296" y="1664208"/>
            <a:ext cx="1737360" cy="530352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940296" y="1664208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Git + GitHub (ilias2312/...)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0296" y="2322576"/>
            <a:ext cx="1737360" cy="530352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940296" y="2322576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Gradle Build System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0296" y="2980944"/>
            <a:ext cx="1737360" cy="530352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940296" y="2980944"/>
            <a:ext cx="17373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Émulateur Pixel 7 API 36.1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— Écran de Connexion &amp; Permissions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931920"/>
          </a:xfrm>
          <a:prstGeom prst="rect">
            <a:avLst/>
          </a:prstGeom>
          <a:solidFill>
            <a:srgbClr val="1C1C1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246888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0" y="100584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11880" y="1143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36118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06240" y="10607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Firebase Auth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0" y="13898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</a:rPr>
              <a:t>Authentification email / mot de passe avec validation sécurisée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74720" y="196596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0"/>
          <p:cNvSpPr/>
          <p:nvPr/>
        </p:nvSpPr>
        <p:spPr>
          <a:xfrm>
            <a:off x="3611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206240" y="2020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GPS détecté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06240" y="2350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</a:rPr>
              <a:t>Position capturée dès l'ouverture : GPS OK / CAM OK / MIC OFF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74720" y="292608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11880" y="30632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36118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206240" y="29809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Permissions Runtime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206240" y="3310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</a:rPr>
              <a:t>CAMERA, RECORD_AUDIO, ACCESS_FINE_LOCATION gérées dynamiquement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474720" y="388620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11880" y="40233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3" name="Text 20"/>
          <p:cNvSpPr/>
          <p:nvPr/>
        </p:nvSpPr>
        <p:spPr>
          <a:xfrm>
            <a:off x="36118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206240" y="39410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Material Design 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206240" y="42702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</a:rPr>
              <a:t>Logo custom, champs stylisés, bouton violet EMSI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Assistant IA (Ollama) &amp; ChatAdapter.java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286000" cy="3840480"/>
          </a:xfrm>
          <a:prstGeom prst="rect">
            <a:avLst/>
          </a:prstGeom>
          <a:solidFill>
            <a:srgbClr val="1C1C1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20116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34640" y="1005840"/>
            <a:ext cx="2286000" cy="3840480"/>
          </a:xfrm>
          <a:prstGeom prst="rect">
            <a:avLst/>
          </a:prstGeom>
          <a:solidFill>
            <a:srgbClr val="1C1C1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097280"/>
            <a:ext cx="2011680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394960" y="1005840"/>
            <a:ext cx="3474720" cy="21031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40680" y="1033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ChatAdapter.java — Logique dynamique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40680" y="13716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(message.isUser())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container.setGravity(Gravity.END);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bubble.setBackgroundColor(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0xFFE3F2FD); // Bleu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container.setGravity(Gravity.START);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bubble.setBackgroundColor(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0xFFF5F5F5); // Gris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394960" y="324612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8"/>
          <p:cNvSpPr/>
          <p:nvPr/>
        </p:nvSpPr>
        <p:spPr>
          <a:xfrm>
            <a:off x="539496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742432" y="3273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Un seul ViewHolder pour 2 types de messages (perf. optimisée)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394960" y="3630168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1"/>
          <p:cNvSpPr/>
          <p:nvPr/>
        </p:nvSpPr>
        <p:spPr>
          <a:xfrm>
            <a:off x="5394960" y="3630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🎨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742432" y="3657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Bulles colorées selon expéditeur : Bleu #E3F2FD vs Gris #F5F5F5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394960" y="401421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4"/>
          <p:cNvSpPr/>
          <p:nvPr/>
        </p:nvSpPr>
        <p:spPr>
          <a:xfrm>
            <a:off x="539496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↔️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742432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Gravity.END (utilisateur) vs Gravity.START (IA)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394960" y="4398264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7"/>
          <p:cNvSpPr/>
          <p:nvPr/>
        </p:nvSpPr>
        <p:spPr>
          <a:xfrm>
            <a:off x="5394960" y="4398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🌐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742432" y="4425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Retrofit 2 appelle l'API Ollama locale sur le PC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394960" y="478231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0"/>
          <p:cNvSpPr/>
          <p:nvPr/>
        </p:nvSpPr>
        <p:spPr>
          <a:xfrm>
            <a:off x="5394960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742432" y="48097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Gestion d'erreur : 'Impossible de contacter Ollama'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— Reconnaissance Vocale &amp; Micro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931920"/>
          </a:xfrm>
          <a:prstGeom prst="rect">
            <a:avLst/>
          </a:prstGeom>
          <a:solidFill>
            <a:srgbClr val="1C1C1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246888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77640" y="1463040"/>
            <a:ext cx="0" cy="384048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566160" y="1051560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66160" y="1051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434840" y="1097280"/>
            <a:ext cx="44805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26280" y="1115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Permission RECORD_AUDIO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26280" y="138074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Demandée au runtime (Android 6+)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77640" y="2258568"/>
            <a:ext cx="0" cy="384048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566160" y="1847088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66160" y="1847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434840" y="1892808"/>
            <a:ext cx="44805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26280" y="19110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Bouton MICRO sur LoginActivity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26280" y="21762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Visible sur l'écran de connexion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977640" y="3054096"/>
            <a:ext cx="0" cy="384048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3566160" y="2642616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566160" y="26426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434840" y="2688336"/>
            <a:ext cx="44805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26280" y="2706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SpeechRecognizer déclenché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26280" y="29718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Dialog Google 'Try saying something'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977640" y="3849624"/>
            <a:ext cx="0" cy="384048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3566160" y="3438144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566160" y="343814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4434840" y="3483864"/>
            <a:ext cx="44805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526280" y="3502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Texte transcrit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26280" y="37673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Résultat renvoyé dans le champ de saisie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566160" y="4233672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566160" y="42336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4434840" y="4279392"/>
            <a:ext cx="44805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5262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Statut affiché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26280" y="456285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</a:rPr>
              <a:t>MIC OK / MIC OFF dans la barre de statut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— Géolocalisation &amp; Google Maps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926080" cy="3886200"/>
          </a:xfrm>
          <a:prstGeom prst="rect">
            <a:avLst/>
          </a:prstGeom>
          <a:solidFill>
            <a:srgbClr val="1C1C1E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265176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66160" y="1051560"/>
            <a:ext cx="5303520" cy="68580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703320" y="1143000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370332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70248" y="11064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Maps SDK 18.2.0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70248" y="13990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</a:rPr>
              <a:t>SupportMapFragment dans ResultActivity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566160" y="1837944"/>
            <a:ext cx="5303520" cy="68580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3320" y="1929384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3703320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🛰️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70248" y="1892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Play Services Location 21.3.0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70248" y="218541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</a:rPr>
              <a:t>Capture GPS dès le lancement du quiz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566160" y="2624328"/>
            <a:ext cx="5303520" cy="68580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03320" y="2715768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5"/>
          <p:cNvSpPr/>
          <p:nvPr/>
        </p:nvSpPr>
        <p:spPr>
          <a:xfrm>
            <a:off x="3703320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🗂️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70248" y="26791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Permissions Android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70248" y="29718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</a:rPr>
              <a:t>ACCESS_FINE_LOCATION + COARSE_LOCATION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566160" y="3410712"/>
            <a:ext cx="5303520" cy="68580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703320" y="3502152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703320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📌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270248" y="34655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Marqueur dynamique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270248" y="37581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</a:rPr>
              <a:t>Position exacte de la session affichée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566160" y="4197096"/>
            <a:ext cx="5303520" cy="68580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703320" y="4288536"/>
            <a:ext cx="475488" cy="47548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5"/>
          <p:cNvSpPr/>
          <p:nvPr/>
        </p:nvSpPr>
        <p:spPr>
          <a:xfrm>
            <a:off x="3703320" y="4288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270248" y="42519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Fix Layout XML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270248" y="45445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</a:rPr>
              <a:t>fragment au lieu de FragmentContainerView (hauteur 0dp résolue)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— DevOps &amp; Qualité du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640080"/>
          </a:xfrm>
          <a:prstGeom prst="rect">
            <a:avLst/>
          </a:prstGeom>
          <a:solidFill>
            <a:srgbClr val="24292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🐙  Git &amp; GitHub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Versioning complet du projet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Dépôt : ilias2312/QuizAppGuerouani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9626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Commits réguliers et descriptifs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483864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29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.gitignore : clés API exclues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050792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096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local.properties non commitée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005840"/>
            <a:ext cx="274320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05840"/>
            <a:ext cx="2743200" cy="640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🔨  Gradle Build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1783080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Gestion des dépendances centralisée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2350008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Firebase BOM 33.1.2 (zéro conflit)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2916936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29626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buildTypes debug / release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0" y="3483864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529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Gradle Wrapper (reproductibilité)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0" y="4050792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4096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Sync automatique des libs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1005840"/>
            <a:ext cx="274320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1005840"/>
            <a:ext cx="27432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🧪  Tests &amp; Qualité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1783080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Tests sur émulateur Pixel 7 API 36.1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2350008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Google Play Store image (Maps OK)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2916936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29626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Gestion erreurs réseau (Ollama)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3483864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529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Permissions runtime vérifiées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09360" y="4050792"/>
            <a:ext cx="2468880" cy="457200"/>
          </a:xfrm>
          <a:prstGeom prst="rect">
            <a:avLst/>
          </a:prstGeom>
          <a:solidFill>
            <a:srgbClr val="F0F2FA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4096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0"/>
                </a:solidFill>
              </a:rPr>
              <a:t>✓  Clé Maps validée Google Cloud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— Conclusion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50876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64008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640080" cy="64008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2527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UI/UX Moderne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</a:rPr>
              <a:t>Material Design 3, chat dynamique, écrans fluides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150876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64008" cy="1508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1371600"/>
            <a:ext cx="640080" cy="64008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715000" y="12527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 &amp; Sécurité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</a:rPr>
              <a:t>Firebase Auth + Firestore temps réel, BOM géré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14800" cy="150876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64008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154680"/>
            <a:ext cx="640080" cy="64008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035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APIs Avancées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429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</a:rPr>
              <a:t>Retrofit, Google Maps, Ollama IA, SpeechRecognizer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114800" cy="150876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34640"/>
            <a:ext cx="64008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315468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715000" y="3035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DevOps Rigoureux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15000" y="3429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</a:rPr>
              <a:t>Git, Gradle, émulateur Pixel 7, clés sécurisées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55371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</a:rPr>
              <a:t>Guerouani Ilias  —  Encadrant : M. Bousmah Mohammed  —  github.com/ilias2312/QuizAppGuerouani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QuizAppGuerouani</dc:title>
  <dc:subject>PptxGenJS Presentation</dc:subject>
  <dc:creator>Guerouani Ilias</dc:creator>
  <cp:lastModifiedBy>Guerouani Ilias</cp:lastModifiedBy>
  <cp:revision>1</cp:revision>
  <dcterms:created xsi:type="dcterms:W3CDTF">2026-05-16T22:34:41Z</dcterms:created>
  <dcterms:modified xsi:type="dcterms:W3CDTF">2026-05-16T22:34:41Z</dcterms:modified>
</cp:coreProperties>
</file>